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124878"/>
                </a:solidFill>
              </a:defRPr>
            </a:pPr>
            <a:r>
              <a:t>9. Output</a:t>
            </a:r>
          </a:p>
        </p:txBody>
      </p:sp>
      <p:pic>
        <p:nvPicPr>
          <p:cNvPr id="3" name="Picture 2" descr="edugenie_output_fram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0120"/>
            <a:ext cx="11155680" cy="5349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83280" y="6428232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269A0"/>
                </a:solidFill>
              </a:defRPr>
            </a:pPr>
            <a:r>
              <a:t>EduGenie – Learn Today, Lead Tomorrow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320040"/>
          </a:xfrm>
          <a:prstGeom prst="rect">
            <a:avLst/>
          </a:prstGeom>
          <a:solidFill>
            <a:srgbClr val="CD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BBE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25780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 b="1">
                <a:solidFill>
                  <a:srgbClr val="124A7D"/>
                </a:solidFill>
              </a:defRPr>
            </a:pPr>
            <a:r>
              <a:t>📖  EduGeni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7424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6">
                <a:solidFill>
                  <a:srgbClr val="28556E"/>
                </a:solidFill>
              </a:defRPr>
            </a:pPr>
            <a:r>
              <a:t>Google Gemini Powered Learning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1828800"/>
            <a:ext cx="4389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184" b="1">
                <a:solidFill>
                  <a:srgbClr val="0C447A"/>
                </a:solidFill>
              </a:defRPr>
            </a:pPr>
            <a:r>
              <a:t>Thank You!</a:t>
            </a:r>
          </a:p>
          <a:p>
            <a:pPr algn="ctr">
              <a:defRPr sz="3024" i="1">
                <a:solidFill>
                  <a:srgbClr val="1C80B2"/>
                </a:solidFill>
              </a:defRPr>
            </a:pPr>
            <a:r>
              <a:t>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617720" y="3337560"/>
            <a:ext cx="640080" cy="32004"/>
          </a:xfrm>
          <a:prstGeom prst="rect">
            <a:avLst/>
          </a:prstGeom>
          <a:solidFill>
            <a:srgbClr val="198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43800" y="3337560"/>
            <a:ext cx="640080" cy="32004"/>
          </a:xfrm>
          <a:prstGeom prst="rect">
            <a:avLst/>
          </a:prstGeom>
          <a:solidFill>
            <a:srgbClr val="198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08760"/>
            <a:ext cx="32461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6" i="1">
                <a:solidFill>
                  <a:srgbClr val="194464"/>
                </a:solidFill>
              </a:defRPr>
            </a:pPr>
            <a:r>
              <a:t>“Learning is not just about</a:t>
            </a:r>
            <a:br/>
            <a:r>
              <a:t>getting answers. It’s about</a:t>
            </a:r>
            <a:br/>
            <a:r>
              <a:t>finding the right questions.”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12680" y="4983480"/>
            <a:ext cx="1143000" cy="182880"/>
          </a:xfrm>
          <a:prstGeom prst="rect">
            <a:avLst/>
          </a:prstGeom>
          <a:solidFill>
            <a:srgbClr val="237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39528" y="4782312"/>
            <a:ext cx="1371600" cy="182880"/>
          </a:xfrm>
          <a:prstGeom prst="rect">
            <a:avLst/>
          </a:prstGeom>
          <a:solidFill>
            <a:srgbClr val="237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66376" y="4581144"/>
            <a:ext cx="1600200" cy="182880"/>
          </a:xfrm>
          <a:prstGeom prst="rect">
            <a:avLst/>
          </a:prstGeom>
          <a:solidFill>
            <a:srgbClr val="237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6053328"/>
            <a:ext cx="3886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2" b="1">
                <a:solidFill>
                  <a:srgbClr val="125B87"/>
                </a:solidFill>
              </a:defRPr>
            </a:pPr>
            <a:r>
              <a:t>EduGeni – Learn Today, Lead Tomorrow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